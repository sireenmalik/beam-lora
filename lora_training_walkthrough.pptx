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3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83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1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build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fine-tune on a laptop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0.5B model to steer uplink beams as JSON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3474720" cy="2011680"/>
          </a:xfrm>
          <a:prstGeom prst="rect">
            <a:avLst/>
          </a:prstGeom>
          <a:solidFill>
            <a:srgbClr val="1A5AB0"/>
          </a:solidFill>
          <a:ln w="12700">
            <a:solidFill>
              <a:srgbClr val="1A5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0.5B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params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3840480"/>
            <a:ext cx="3474720" cy="2011680"/>
          </a:xfrm>
          <a:prstGeom prst="rect">
            <a:avLst/>
          </a:prstGeom>
          <a:solidFill>
            <a:srgbClr val="1A5AB0"/>
          </a:solidFill>
          <a:ln w="12700">
            <a:solidFill>
              <a:srgbClr val="1A5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4023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389120" y="5029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via LoRA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3840480"/>
            <a:ext cx="3474720" cy="2011680"/>
          </a:xfrm>
          <a:prstGeom prst="rect">
            <a:avLst/>
          </a:prstGeom>
          <a:solidFill>
            <a:srgbClr val="1A5AB0"/>
          </a:solidFill>
          <a:ln w="12700">
            <a:solidFill>
              <a:srgbClr val="1A5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0" y="4023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29600" y="5029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cloud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Sireen Malik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6309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of 2  |  Nemotron Nano 4B on GPU is Path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training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Crowd-following uplink beam management rApp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sector has 5 uplink beams pointed at fixed azimuths. Per-beam UE counts arrive every second. The rApp must decide where to point the fan next, and when to widen or split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66160" cy="42062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502920" cy="50292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6974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base model into a rApp that reads per-beam counts and emits one JSON object: fan_center, tilt, action, reason. Nothing else. Every second. Deterministic.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66160" cy="42062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0" y="1965960"/>
            <a:ext cx="502920" cy="50292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success test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6974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held-out tick, the trained model returns valid JSON, within schema bounds, matching the count-weighted centroid. Formatter tool stays on as the safety net either way.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is one second cadence, temperature 0. Loop stays gated by a Python policy engine.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open source, everything runs on a dual core CPU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680960" cy="65836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8288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Qwen2.5-0.5B-Instruct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57800" y="18288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2.0, 494M params, chat template built 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method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24871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 via HuggingFace peft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57800" y="248716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1-2% params train, adapter is tens of MB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7680960" cy="65836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1455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314553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 2.x, CPU wheel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314553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bitsandbytes, no cloud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8039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8039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transformers.Trainer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38039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use_cpu=True, fp32, standard causal LM loop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462272"/>
            <a:ext cx="7680960" cy="65836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4622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446227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datasets.Dataset.from_list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446227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JSONs -&gt; chat examples -&gt; tokenized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1206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5120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adapter_model.safetensors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51206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 top of base model at inference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1828800"/>
            <a:ext cx="3200400" cy="3931920"/>
          </a:xfrm>
          <a:prstGeom prst="rect">
            <a:avLst/>
          </a:prstGeom>
          <a:solidFill>
            <a:srgbClr val="0F1B2E"/>
          </a:solidFill>
          <a:ln w="12700">
            <a:solidFill>
              <a:srgbClr val="0F1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4108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once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41080" y="2286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-m venv .venv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torch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--index-url https://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download.pytorch.org/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whl/cpu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transformers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peft datasets accelerate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delta: add bitsandbytes, swap MODEL_NAME to nvidia/Nemotron Nano 4B, device_map=auto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learns from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 becomes a 3 turn chat: rules, counts, answer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132320" cy="14173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on every tick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Non-RT RIC rApp steering a fan of uplink beams to follow a moving crowd. You are given per-beam UE counts and the current beam config. Return ONLY one JSON object with keys: fan_center (-49..49), tilt (3..45), action (follow|widen|allocate), reason (short). No prose, no thinking, JSON only.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132320" cy="105156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tick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per_beam_counts=[1, 4, 12, 6, 2] (beam azimuths [-40, -20, 0, 20, 40] deg); current fan_center=0, tilt=20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7132320" cy="123444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4572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the model learns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{"fan_center": 0, "tilt": 25, "action": "follow", "reason": "leading the crowd toward the count-weighted centroid"}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config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552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692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2441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lora_alpha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4692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2734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lora_dropout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46920" y="2734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3026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46920" y="3026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task_type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4692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CAUSAL_LM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target_modules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4692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q,k,v,o + MLP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args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95528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469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4727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46920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55280" y="5020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grad_accum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46920" y="5020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5312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46920" y="5312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2e-4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5605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46920" y="5605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5897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1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use_cpu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46920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apply_chat_template renders the 3 messages into Qwen ChatML, tokenized as one causal LM sequence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adapter fits in the rApp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 fenced inside a Python tool boundary. SMO only sees clamped numbers.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2926080" cy="365760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 2.5 + LoRA adapter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per-beam counts.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 values envelope in JSON: fan_center, tilt, action, reason.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inference per tick.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speaks to SMO.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657600" cy="36576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formatter + policy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Validates, cages, formats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73552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32461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JSON, reject if malformed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602736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357530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check, reject unknown keys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931920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90448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fan_center to -49..49, tilt to 3..45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4261104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4261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42336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smooth trajectory (smoothing only)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4590288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4590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456285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reason into audit log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4919472"/>
            <a:ext cx="256032" cy="256032"/>
          </a:xfrm>
          <a:prstGeom prst="ellipse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4919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48920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SMO wire JSON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26880" y="1828800"/>
            <a:ext cx="2651760" cy="365760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50976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09760" y="2331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Management + Orchestration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0976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09760" y="3429000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clamped numeric setpoints in the wire contract (A1, O1, or R1).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LLM output.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the reason field.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non-deterministic text.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83280" y="3657600"/>
            <a:ext cx="1005840" cy="0"/>
          </a:xfrm>
          <a:prstGeom prst="line">
            <a:avLst/>
          </a:prstGeom>
          <a:noFill/>
          <a:ln w="38100">
            <a:solidFill>
              <a:srgbClr val="12419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9184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envelope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9184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(internal)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0" y="3657600"/>
            <a:ext cx="1005840" cy="0"/>
          </a:xfrm>
          <a:prstGeom prst="line">
            <a:avLst/>
          </a:prstGeom>
          <a:noFill/>
          <a:ln w="38100">
            <a:solidFill>
              <a:srgbClr val="12419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13816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 wire JSON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3816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(numbers only)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proposes values inside a Python tool boundary. The tool builds every wire message that hits SMO. Non-determinism never leaves the tool.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base model was not enough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knew the concept. It could not hold the contract.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920240"/>
          </a:xfrm>
          <a:prstGeom prst="rect">
            <a:avLst/>
          </a:prstGeom>
          <a:solidFill>
            <a:srgbClr val="FCEBEA"/>
          </a:solidFill>
          <a:ln w="12700">
            <a:solidFill>
              <a:srgbClr val="F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QWEN, PROMPTED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Based on the beam counts, I think the crowd is moving to the right, so we should shift the fan. Here you go: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{"beam_target": 40, "reason": "move towards crowd"}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486400" cy="1920240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+ LoRA, VALUES ENVELOPE TO TOOL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{"fan_center": 40, "tilt": 25, "action": "follow", "reason": "leading the crowd toward the count-weighted centroid"}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33375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clamps, drops reason, formats to SMO wire.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247120" cy="47548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8862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wraps JSON in prose. Adapter emits JSON only, every time.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36168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36168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invents keys (beam_target). Adapter locks in exact schema (fan_center, tilt, action, reason).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11247120" cy="47548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8371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ranges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37176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has no idea about -49..49 or 3..45 bounds. Adapter stays in-range.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31266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531266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outputs vary per call, even at temperature 0. Adapter emits the same shape reliably.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788152"/>
            <a:ext cx="11247120" cy="475488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7881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Latency+cost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578815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API call: ~500 ms and $. Local Qwen + adapter, FP4 quantized: ~0.7 s warm, zero marginal cost.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gets you 70%. LoRA bakes the last 30% into the weights, so it holds at 1 second cadence.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proved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problems in agentic network operations, addressed by one 35 MB file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46120" y="1691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52360" y="1691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RUN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247120" cy="786384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skills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205740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 per task = $M and weeks. Frontier API call per decision = $ per resolved incident.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52360" y="2057400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MB adapter per task. Trained on a laptop, free. Cost per new skill drops 3-4 orders of magnitude.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843784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843784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meant shipping training data to a hyperscaler GPU cluster. Non-starter for regulated networks.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2360" y="2843784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loop runs on-prem, on commodity hardware. No data leaves the box. Adapter artifact never touches cloud.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30168"/>
            <a:ext cx="11247120" cy="786384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630168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Per-tenant customization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3630168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model, one shared behavior. Per-tenant tuning was bespoke engineering.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52360" y="3630168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 model in RAM, one lightweight adapter per tenant. Swap in milliseconds. SaaS multi-tenancy for model behavior.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416552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audit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4416552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 are opaque, non-deterministic, drift across releases. Hard to certify for TMF Level 4.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2360" y="4416552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proposes structured JSON. Python policy engine validates and gates every commit. Versioned, signable, rollback-able.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02936"/>
            <a:ext cx="11247120" cy="786384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5202936"/>
            <a:ext cx="2514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model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46120" y="5202936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ships demos. Executives push back with 'how does this become a product?'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5202936"/>
            <a:ext cx="4251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commodity. Skills = versioned adapters on a shelf. Runtime = generic server. Safety = deterministic wrapper. Shippable.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that make agentic network operations a product line, not a research demo.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edge model fast: two different operations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changes the structure. Quantize changes the precision. They solve different problems.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320040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pieces into 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STRUCTURE, not speed.
</a:t>
            </a:r>
            <a:r>
              <a:rPr lang="en-US" sz="12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0B1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 Qwen base  +  beam-lora adapter  =  2 files
After:   one combined model  =  1 file
</a:t>
            </a:r>
            <a:r>
              <a:rPr lang="en-US" sz="12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Precision unchanged. Size roughly the same. Does NOT retrain. Folds the adapter's math permanently into the base weights.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532120" cy="32004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7830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0574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every number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97180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PRECISION, not structure.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D6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 each weight stored in 32 bits (FP32)
After:   each weight stored in 4 bits  (FP4)
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unchanged, still one model, same knowledge. 8x smaller. Does NOT retrain. Re-encodes the finished numbers at lower precision.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247120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513892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Analogy.  </a:t>
            </a:r>
            <a:r>
              <a:rPr lang="en-US" sz="13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presses a sandwich (bread + filling) into one wrapped unit, same ingredients, one object. Quantize then vacuum-seals it to one-eighth the size, same sandwich, compact and fast to carry. Merge is the prep; quantize is the payoff.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operation retrains the model or changes what it knows. The trained skill in the LoRA adapter is preserved through both.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do this for the beam rApp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rApp decides every tick. Inference latency is the whole game at the edge.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today, and after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914400"/>
          </a:xfrm>
          <a:prstGeom prst="rect">
            <a:avLst/>
          </a:prstGeom>
          <a:solidFill>
            <a:srgbClr val="FCEBEA"/>
          </a:solidFill>
          <a:ln w="12700">
            <a:solidFill>
              <a:srgbClr val="FCEB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on PyTorch (serve.py)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~4.6 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56616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slower than tick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5486400" cy="914400"/>
          </a:xfrm>
          <a:prstGeom prst="rect">
            <a:avLst/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0998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FP4 on Ollama, cold start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4015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~2.4 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3401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call, model loads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5486400" cy="914400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FP4 on Ollama, warm (steady)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4256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~0.7 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442569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every tick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here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cadence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2402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rApp proposes a beam setpoint every tick. If inference is slower than the tick, the beam always acts on stale crowd positions and visibly lags.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2990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Edge, not cloud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2644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point of this build is on-device, zero token cost. A CPU laptop has no GPU to hide behind, so precision is the lever that buys speed.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40142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decision stays zero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28853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Quantizing keeps everything local. No API, no per-token spend. Faster AND free, versus a frontier API that is fast but metered.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0" y="50383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trained skill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531266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beam-following behavior lives in the adapter. Merge and quantize preserve it. We get speed without giving up the tuning.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1247120" cy="6858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5897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then quantize took inference from ~4.6 s to ~0.7 s warm, a measured 6 to 7x speedup, all on a laptop CPU with zero token cost. Same trained model, production-fast.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Right-size the model. Don't reach for a frontier LLM by default.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small task-tuned model, served locally, is often the right tool for a POC. Faster, cheaper, private, and good enough. This is the pattern and the vocabulary for doing it well.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1064240" cy="13716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Proven on the crowd-following beam rApp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0.5B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params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81528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~9M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81528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trained (LoRA), 1.75%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94376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4-bit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94376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quantized for serving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07224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~0.7s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07224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warm CPU inference, was ~4.6s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20072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20072" y="4407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DB8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 cost, fully local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C86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Sireen Malik  |  Autonomous Networks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When a small model is the right call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5B6B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model to the task, not to the hype. Most POC tasks are narrow and structured.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4297680"/>
          </a:xfrm>
          <a:prstGeom prst="rect">
            <a:avLst/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Reach for a small task-tuned model when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narrow and well-defined (one skill, fixed schema)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8757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28757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Output is structured (JSON, classification, extraction, routing)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3741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33741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need low latency in a control or edge loop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38724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38724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 per call must be near zero at high volume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3708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4370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must stay on-prem or on-device (sovereign, private)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8691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48691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want deterministic, repeatable behavior you can gate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5367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5E3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5367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 is a POC and you need to move fast on cheap hardware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1600200"/>
            <a:ext cx="5532120" cy="4297680"/>
          </a:xfrm>
          <a:prstGeom prst="rect">
            <a:avLst/>
          </a:prstGeom>
          <a:solidFill>
            <a:srgbClr val="F4F7FC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18288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Reserve a frontier model for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5800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reasoning over novel, unseen situations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3796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Broad world knowledge or long-context synthesis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7960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58000" y="3474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correlation the small model was never trained 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37960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5800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hard cases a tiered system escalates to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92240" y="475488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tiered inference. Small task-tuned models carry the high-frequency structured work; frontier models handle the long tail of novel reasoning. Route by task, not by default.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vocabulary, said the way the industry says it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5B6B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 the team speaks the same language as the papers, the model cards, and the tooling.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/ foundation model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pretrained model you start from. Frozen. Example: Qwen2.5-0.5B-Instruct.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70662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Adapting a base model to a task by training on task data. Full fine-tuning updates all weights.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346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PEFT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60273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Fine-Tuning. Train a tiny fraction of parameters instead of all of them.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242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49884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Adaptation. The PEFT method here. Learns two small matrices (A, B) as a side-path; base stays frozen. Ships as a ~35MB adapter, not a new full model.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5413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Rank (r) and alpha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566928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Rank sizes the adapter (r=16 here). Alpha scales its contribution (alpha/r). Higher rank = more capacity, larger adapter.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63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63640" y="181051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Fold the adapter into the base weights: W + (B·A)·(alpha/r). Produces one self-contained model. Structural, not lossy.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63640" y="25237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63640" y="277977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Store weights at lower precision (FP32 → 4-bit). ~8x smaller, much faster. GGUF is the file format; q4_K_M is a common scheme.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63640" y="3493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server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37490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model over an API. Ollama and vLLM expose OpenAI-compatible endpoints so app code is provider-agnostic.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63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Tiered inference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464515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Small tuned models for routine structured tasks; frontier models for novel reasoning. Route per task.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63640" y="5285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Multi-LoRA serving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63640" y="5541264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base in memory, many adapters swapped per request. The 'adapter library' pattern for many skills on shared infrastructure.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POC pipeline, end to end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5B6B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a stock base model to a fast, local, task-tuned endpoint. All on a laptop.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274320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Select base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Pick a small instruct model sized to the task. Qwen2.5-0.5B here.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816352" y="1600200"/>
            <a:ext cx="2084832" cy="2743200"/>
          </a:xfrm>
          <a:prstGeom prst="rect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99232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99232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PEFT / LoRA train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99232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Train a low-rank adapter on task data. Base frozen, ~1.75% of params updated. Minutes on CPU.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84064" y="1600200"/>
            <a:ext cx="2084832" cy="27432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66944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66944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66944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Fold adapter into base: one self-contained model. W + (B·A)·scale.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51776" y="1600200"/>
            <a:ext cx="2084832" cy="2743200"/>
          </a:xfrm>
          <a:prstGeom prst="rect">
            <a:avLst/>
          </a:prstGeom>
          <a:solidFill>
            <a:srgbClr val="0F3B7A"/>
          </a:solidFill>
          <a:ln w="12700">
            <a:solidFill>
              <a:srgbClr val="0F3B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34656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34656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Quantize (GGUF)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34656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GGUF, quantize to 4-bit (q4_K_M). ~8x smaller, much faster.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619488" y="1600200"/>
            <a:ext cx="2084832" cy="2743200"/>
          </a:xfrm>
          <a:prstGeom prst="rect">
            <a:avLst/>
          </a:prstGeom>
          <a:solidFill>
            <a:srgbClr val="1B5E3F"/>
          </a:solidFill>
          <a:ln w="12700">
            <a:solidFill>
              <a:srgbClr val="1B5E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802368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02368" y="2423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02368" y="30632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4EDF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an inference server (Ollama). OpenAI-compatible endpoint. App points at it, provider-agnostic.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247120" cy="960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47091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2419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artifacts, two stories. 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B1E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the unmerged adapter for the multi-LoRA 'library of skills on one base' pattern (cloud, multi-tenant). Keep the merged + quantized GGUF for the single-skill fast edge deployment. Merged is for serving one skill; unmerged is for swapping many.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B6B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Steps 3 and 4 are for speed and packaging; they do not retrain or change what the model learned.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how we build POCs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Default small, escalate deliberately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170078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smallest model that can do the task. Reach for frontier only when the task genuinely needs open-ended reasoning.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23042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LoRA is how we specialize cheaply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26334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frozen base, a small adapter per use case. Train in minutes, ship ~35MB, no full retrain, no giant GPU bill.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236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32369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Merge + quantize for the fast path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35661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Collapse to one model and drop to 4-bit when you need production latency on modest hardware. Verify quality after quantizing.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8720" y="416966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serving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8720" y="44988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endpoints mean the app never hard-codes a vendor. Swap Nemotron-in-the-cloud for Qwen-on-a-laptop by changing one env var.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5102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88720" y="51023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Local means private and free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88720" y="54315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inference: no token cost, no data egress, works offline. The unit economics that turn a demo into a product.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1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Big models are a tool, not a default. Right-sizing is an engineering decision we make on purpose.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still owe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 between this proof and a production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at scale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synthetic ticks proved the pipeline. It did not prove skill on real crowd behavior across sectors, weather, and events.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real ticks from 3 sectors, quarterly refresh cadence, evaluation harness with held-out sets.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189280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95160" y="1892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to novel inputs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2697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learned the synthetic pattern. Radial dispersal, sensor dropouts, and adversarial patterns will look novel.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detection features (radial spread, centroid velocity) added to input, plus a novelty router to escalate to the frontier model.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224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 safety story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724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exists in ORCA. Not yet integrated with this adapter's output path. No signed audit log yet.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623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5852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deterministic policy engine at commit, add per-action audit records to the object store, dry-run for 30 days before live commit.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023360"/>
            <a:ext cx="5394960" cy="2103120"/>
          </a:xfrm>
          <a:prstGeom prst="rect">
            <a:avLst/>
          </a:prstGeom>
          <a:solidFill>
            <a:srgbClr val="E7EEF9"/>
          </a:solidFill>
          <a:ln w="1270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4224528"/>
            <a:ext cx="457200" cy="457200"/>
          </a:xfrm>
          <a:prstGeom prst="ellipse">
            <a:avLst/>
          </a:prstGeom>
          <a:solidFill>
            <a:srgbClr val="124191"/>
          </a:solidFill>
          <a:ln w="12700">
            <a:solidFill>
              <a:srgbClr val="1241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95160" y="4224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TMF Level 4 certification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40080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50292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enabling infrastructure, not the audited product. TMF IG1253 and IG1326 alignment work still to do.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5623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5852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TMF autonomy levels, run the Level 4 assessment, evidence pack for operator security and compliance reviews.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24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these gaps is the path from proof of pipeline to shippable rApp.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2972</Words>
  <Application>Microsoft Office PowerPoint</Application>
  <PresentationFormat>Widescreen</PresentationFormat>
  <Paragraphs>351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Sireen Malik</cp:lastModifiedBy>
  <cp:revision>2</cp:revision>
  <dcterms:created xsi:type="dcterms:W3CDTF">2026-08-22T06:14:13Z</dcterms:created>
  <dcterms:modified xsi:type="dcterms:W3CDTF">2026-08-22T23:03:34Z</dcterms:modified>
</cp:coreProperties>
</file>
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ANOMALY CUEING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around the swarm-analytics patent, by construction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prior-art claim tracks device locations and auto-notifies responders. Our flow uses aggregate RAN telemetry, keeps a human in the loop, and acts first as coverage optimization.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74920" cy="384048"/>
          </a:xfrm>
          <a:prstGeom prst="rect">
            <a:avLst/>
          </a:prstGeom>
          <a:solidFill>
            <a:srgbClr val="8A2B24"/>
          </a:solidFill>
          <a:ln w="12700">
            <a:solidFill>
              <a:srgbClr val="8A2B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PRIOR-ART PATENT  (US 10,032,361, swarm analytics)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06440" y="1737360"/>
            <a:ext cx="5943600" cy="384048"/>
          </a:xfrm>
          <a:prstGeom prst="rect">
            <a:avLst/>
          </a:prstGeom>
          <a:solidFill>
            <a:srgbClr val="1B5E3F"/>
          </a:solidFill>
          <a:ln w="12700">
            <a:solidFill>
              <a:srgbClr val="1B5E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7373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 (Crowd Anomaly Cueing)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074920" cy="786384"/>
          </a:xfrm>
          <a:prstGeom prst="rect">
            <a:avLst/>
          </a:prstGeom>
          <a:solidFill>
            <a:srgbClr val="FBEBEA"/>
          </a:solidFill>
          <a:ln w="12700">
            <a:solidFill>
              <a:srgbClr val="FBEB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collective real-time device location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06440" y="2194560"/>
            <a:ext cx="5943600" cy="786384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194560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aggregate RAN beam telemetry only: per-beam UE counts, centroid, spread. No device location tracking.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5074920" cy="786384"/>
          </a:xfrm>
          <a:prstGeom prst="rect">
            <a:avLst/>
          </a:prstGeom>
          <a:solidFill>
            <a:srgbClr val="FBEBEA"/>
          </a:solidFill>
          <a:ln w="12700">
            <a:solidFill>
              <a:srgbClr val="FBEB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35808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movement of the group away from a central point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3035808"/>
            <a:ext cx="5943600" cy="786384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035808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 abnormal change in the count distribution across beams (spread rising, centroid velocity). A shape change, not device motion from a point.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5074920" cy="786384"/>
          </a:xfrm>
          <a:prstGeom prst="rect">
            <a:avLst/>
          </a:prstGeom>
          <a:solidFill>
            <a:srgbClr val="FBEBEA"/>
          </a:solidFill>
          <a:ln w="12700">
            <a:solidFill>
              <a:srgbClr val="FBEB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77056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pattern as a threat condition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06440" y="3877056"/>
            <a:ext cx="5943600" cy="786384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877056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classify as a threat. Flag an anomaly only. The network sees an effect, never claims a cause.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18304"/>
            <a:ext cx="5074920" cy="786384"/>
          </a:xfrm>
          <a:prstGeom prst="rect">
            <a:avLst/>
          </a:prstGeom>
          <a:solidFill>
            <a:srgbClr val="FBEBEA"/>
          </a:solidFill>
          <a:ln w="12700">
            <a:solidFill>
              <a:srgbClr val="FBEB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18304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notify a first responder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06440" y="4718304"/>
            <a:ext cx="5943600" cy="786384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4718304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an advisory flag to the network operator, and cue a camera. Human verifies. Never auto-notifies a responder, never auto-dispatches.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559552"/>
            <a:ext cx="5074920" cy="566928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5595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equivalent step)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06440" y="5559552"/>
            <a:ext cx="5943600" cy="566928"/>
          </a:xfrm>
          <a:prstGeom prst="rect">
            <a:avLst/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555955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action is coverage assurance: widen or re-steer beams (O-RAN A1/O1 intent) to keep the dispersing crowd connected. A network-optimization action, outside the patent's scope entirely.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6254496"/>
            <a:ext cx="11201400" cy="658368"/>
          </a:xfrm>
          <a:prstGeom prst="rect">
            <a:avLst/>
          </a:prstGeom>
          <a:solidFill>
            <a:srgbClr val="071E44"/>
          </a:solidFill>
          <a:ln w="12700">
            <a:solidFill>
              <a:srgbClr val="071E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6327648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legal review: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input is aggregate RAN telemetry, not device-location data; confirm actuation is operator-advisory plus coverage optimization, never auto-notification of a responder. Not an FTO opinion, run the actual claims past Nokia IP before build or external pitch.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2026-08-23T00:25:03Z</dcterms:created>
  <dcterms:modified xsi:type="dcterms:W3CDTF">2026-08-23T00:25:03Z</dcterms:modified>
</cp:coreProperties>
</file>